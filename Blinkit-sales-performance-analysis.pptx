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ora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1004" y="1607145"/>
            <a:ext cx="7765856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Blinkit sales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performance analysis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Low-fat products lead the portfolio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64382"/>
            <a:ext cx="6834909" cy="4747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584" y="2481362"/>
            <a:ext cx="36805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LEADING SEGMENT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901584" y="2765127"/>
            <a:ext cx="3680527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644,516.73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901584" y="3539827"/>
            <a:ext cx="368052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Low Fat total sales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901584" y="4032250"/>
            <a:ext cx="3680527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</p:sp>
      <p:sp>
        <p:nvSpPr>
          <p:cNvPr id="8" name="Text 5"/>
          <p:cNvSpPr/>
          <p:nvPr/>
        </p:nvSpPr>
        <p:spPr>
          <a:xfrm>
            <a:off x="7901584" y="4243388"/>
            <a:ext cx="368052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352,642.49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Regular Fat total sales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901584" y="5072658"/>
            <a:ext cx="3680527" cy="635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0" name="Text 7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Fruits and vegetables are the largest item category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64382"/>
            <a:ext cx="6756231" cy="4222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70509" y="1564382"/>
            <a:ext cx="391160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Top three categories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670509" y="2131417"/>
            <a:ext cx="3911601" cy="2132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Fruits and Vegetables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147,188.96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Snack Foods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144,949.13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Household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113,210.14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70509" y="4390628"/>
            <a:ext cx="391160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top three categories create a clear availability priority.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70509" y="4946253"/>
            <a:ext cx="3911601" cy="635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9" name="Text 6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Tier 2 and Tier 3 locations carry the sales engine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64382"/>
            <a:ext cx="7111822" cy="43551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26199" y="2321620"/>
            <a:ext cx="355591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SALES LEAD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26199" y="2605385"/>
            <a:ext cx="3555911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Tier 2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026199" y="3443585"/>
            <a:ext cx="355591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393,150.64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26199" y="4010620"/>
            <a:ext cx="355591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Tier 3 follows at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341,418.35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; Tier 1 records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262,590.23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026199" y="4839891"/>
            <a:ext cx="3555911" cy="635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0" name="Text 7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Medium and small outlets account for most sales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64382"/>
            <a:ext cx="6659694" cy="4686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Outlet format performance is concentrated in Supermarket Type1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19498"/>
            <a:ext cx="4206075" cy="3724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829498"/>
            <a:ext cx="4206075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Supermarket Type1 leads total sales by a wide margin.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72749" y="2019498"/>
          <a:ext cx="9143771" cy="914400"/>
        </p:xfrm>
        <a:graphic>
          <a:graphicData uri="http://schemas.openxmlformats.org/drawingml/2006/table">
            <a:tbl>
              <a:tblPr/>
              <a:tblGrid>
                <a:gridCol w="1829715"/>
                <a:gridCol w="1135685"/>
                <a:gridCol w="1451153"/>
                <a:gridCol w="1009498"/>
                <a:gridCol w="883311"/>
              </a:tblGrid>
              <a:tr h="6710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OUTLET TYPE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ITEM COUNT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TOTAL SALES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AVG SALES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AVG RATING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09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Supermarket Type1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5,577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787,549.89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141.21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3.95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09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Supermarket Type2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928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131,477.77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141.68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3.95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6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Grocery Store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555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78,131.56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140.78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3.97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272749" y="5081290"/>
            <a:ext cx="6309361" cy="635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7" name="Text 3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Low-fat demand is strongest in Tier 2 and Tier 3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64382"/>
            <a:ext cx="6400640" cy="39663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4918" y="1564382"/>
            <a:ext cx="42671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Tier 2 · Low Fat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314918" y="1972370"/>
            <a:ext cx="426719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254,464.77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4918" y="2539405"/>
            <a:ext cx="42671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Tier 3 · Low Fat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4918" y="2947392"/>
            <a:ext cx="426719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223,032.58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4918" y="3514427"/>
            <a:ext cx="42671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Tier 1 · Low Fat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4918" y="3922415"/>
            <a:ext cx="426719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167,019.38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09585" y="5724426"/>
            <a:ext cx="10972526" cy="635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1" name="Text 8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Sales are broadly stable across outlet establishment years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19498"/>
            <a:ext cx="6834909" cy="38997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584" y="2435126"/>
            <a:ext cx="36805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OBSERVED RANGE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901584" y="2718891"/>
            <a:ext cx="368052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78,131.56 — 133,103.91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901584" y="3285927"/>
            <a:ext cx="3680527" cy="1692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Recorded outlet-year sales range from 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78,131.56 in 2011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 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133,103.91 in 2017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2012, 2017, 2010, 2000, 2015, and 2022 sit near the 129K–133K band.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901584" y="5181302"/>
            <a:ext cx="3680527" cy="635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8" name="Text 5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satisfaction is steady, with limited differentiation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248098"/>
            <a:ext cx="6133947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9600" spc="-192" kern="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3.95–3.97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09585" y="3683198"/>
            <a:ext cx="613394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ratings cluster tightly across outlet formats.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200720" y="2019498"/>
            <a:ext cx="4381390" cy="2628900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6" name="Text 4"/>
          <p:cNvSpPr/>
          <p:nvPr/>
        </p:nvSpPr>
        <p:spPr>
          <a:xfrm>
            <a:off x="7429314" y="2248098"/>
            <a:ext cx="415279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3A4756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FORMAT READOUT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314" y="2573139"/>
            <a:ext cx="415279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3.97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Grocery Store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9314" y="3065562"/>
            <a:ext cx="3924202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</p:sp>
      <p:sp>
        <p:nvSpPr>
          <p:cNvPr id="9" name="Text 7"/>
          <p:cNvSpPr/>
          <p:nvPr/>
        </p:nvSpPr>
        <p:spPr>
          <a:xfrm>
            <a:off x="7429314" y="3276699"/>
            <a:ext cx="3924202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3.95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Supermarket Type1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3.95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Supermarket Type2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9585" y="4842073"/>
            <a:ext cx="10972526" cy="635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1" name="Text 9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8523" y="6451898"/>
            <a:ext cx="76317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2026-09-28T11:28:08Z</dcterms:created>
  <dcterms:modified xsi:type="dcterms:W3CDTF">2026-09-28T11:28:08Z</dcterms:modified>
</cp:coreProperties>
</file>